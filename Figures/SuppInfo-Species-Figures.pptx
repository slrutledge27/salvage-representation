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2CD97-E66B-7177-903E-C0C7DA5F2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B4B85-1406-EAEB-5D7B-494A10D19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12636-4F92-C649-6634-AF5C8AC56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6209F-8574-424E-B15C-B6ABA9C09B9F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A960C-6CE3-5553-F69B-506074053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BC5-83C4-C869-0587-C84939D7F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6E5A-03B5-4E61-B4CA-83240A5AF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2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6476D-CA95-4DCA-DCBA-B4E350AC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2C89C-FBAF-B1A1-966F-5069E40ED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6519D-9F0A-7F31-83BF-49E60062F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6209F-8574-424E-B15C-B6ABA9C09B9F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231CA-6109-0063-A994-64DC50E7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B92A-0E93-7B91-326C-13376470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6E5A-03B5-4E61-B4CA-83240A5AF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20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89273-0FDA-96E3-A8E6-213863C07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02076-8D3A-B1F4-B9FC-5F6A04C98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B798-F76A-1664-3040-B585B2D94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6209F-8574-424E-B15C-B6ABA9C09B9F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D913E-F948-FD48-34CD-1DBB01792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D3198-97EA-7B5F-6BC1-E911F538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6E5A-03B5-4E61-B4CA-83240A5AF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63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817EF-80A4-DEB0-2D69-81CAD56B9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6A39A-7EAA-8E25-5759-B871A9F89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C5739-74D7-FCFB-6300-79591E64B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617A5-D15E-9AFA-F391-D0DC2B03A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6209F-8574-424E-B15C-B6ABA9C09B9F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8DB88-A21A-FE12-C0A4-3F5D88581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144C0-6E4D-90B3-C39F-C1435AC1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6E5A-03B5-4E61-B4CA-83240A5AF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00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58634-38A7-BA65-E13F-591A711A3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030B1-D2A3-F6D8-8A5B-1475F54E0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DC50A-5ABE-AD5E-BC6D-1DDBC3F99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2E56A-8305-DBBB-89DC-7CEC04D1E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AAD0E1-5541-FBD6-4A5C-AE398A53E7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67B28F-617D-35EE-5483-741FF1BDE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6209F-8574-424E-B15C-B6ABA9C09B9F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7D3611-9B5D-C486-AA0A-539C0C1F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200CAB-39FC-1E5A-EF9C-6A711DC4B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6E5A-03B5-4E61-B4CA-83240A5AF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5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B8207-D506-4D17-2593-E6509122C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D31BD4-91C2-09B7-239E-C3FC73090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6209F-8574-424E-B15C-B6ABA9C09B9F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ECE9BD-ABC6-C4A5-3492-A52868920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777B96-CB28-E27A-1736-4903466B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6E5A-03B5-4E61-B4CA-83240A5AF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12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573DD-B7AF-5090-5C5E-85B0B8136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6209F-8574-424E-B15C-B6ABA9C09B9F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522630-B746-2FC2-49F2-39F7842E2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A32DD-6BF3-8927-2BD5-1737665D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6E5A-03B5-4E61-B4CA-83240A5AF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77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98C5-B62F-9512-7843-EB8681291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8B205-2BEE-3666-AFF4-39F1DC657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497BD-AB9E-1A3B-6F5E-73AFA60A4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866EA-3C47-915D-F173-5F9E4044E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6209F-8574-424E-B15C-B6ABA9C09B9F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98748-B3DA-F173-0BD6-230B9C90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F625C-8421-F7F3-E214-EDB5AAC06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6E5A-03B5-4E61-B4CA-83240A5AF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4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2C077-8640-1BB7-428F-EBEBB7BC1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38D41B-E16A-DFAF-0AE9-760AA3B10F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43697-2615-5DFC-D84E-6F2789A6F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601D2-2FA3-0A0B-BC97-DC4E1E4C6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6209F-8574-424E-B15C-B6ABA9C09B9F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E241E-0C7A-B774-9EE2-53046E68A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EAD02-07EE-4FE5-28FD-1D69BCA1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6E5A-03B5-4E61-B4CA-83240A5AF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3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2A00B-ADB4-46E8-2F66-CCFC5A830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E13341-01C4-28C9-3A14-D6A280B43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43B92-1F51-79CD-6A04-47037722F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6209F-8574-424E-B15C-B6ABA9C09B9F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73E4A-D4D6-2889-977C-764436BD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58B5B-17F1-5D6C-0614-B7178B6F2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6E5A-03B5-4E61-B4CA-83240A5AF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27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5307B2-258B-56D7-1107-A681A1877C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C2151-63F9-456E-1773-C5C8FCCF8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8DD3E-1BDF-658F-188F-34AB3556B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6209F-8574-424E-B15C-B6ABA9C09B9F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6281F-DEB3-A743-3FBF-551AEADA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C14FD-C17B-DF1E-2665-4E5D90D25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6E5A-03B5-4E61-B4CA-83240A5AF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5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7AA2C0-5C9E-A8CB-0267-CA23E137F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A7A90-7980-5155-29B3-228119E99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139D1-1879-E400-A37D-4FD12DD6B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86209F-8574-424E-B15C-B6ABA9C09B9F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47BDB-21C1-627A-3FF9-300075F32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74695-1011-02B7-7784-B0544E9A5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46E5A-03B5-4E61-B4CA-83240A5AF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4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42A7FF-6801-94C6-996C-397DD93C0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03" y="0"/>
            <a:ext cx="11784994" cy="68580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5B52398-CFEC-1CB2-1788-752ACD18FE5A}"/>
              </a:ext>
            </a:extLst>
          </p:cNvPr>
          <p:cNvCxnSpPr>
            <a:cxnSpLocks/>
          </p:cNvCxnSpPr>
          <p:nvPr/>
        </p:nvCxnSpPr>
        <p:spPr>
          <a:xfrm flipH="1">
            <a:off x="1091381" y="737419"/>
            <a:ext cx="993058" cy="186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E0A0832-A784-F00F-7E62-AFBA3208EEB0}"/>
              </a:ext>
            </a:extLst>
          </p:cNvPr>
          <p:cNvSpPr txBox="1"/>
          <p:nvPr/>
        </p:nvSpPr>
        <p:spPr>
          <a:xfrm>
            <a:off x="2084439" y="523048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Setophaga occidentalis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ECC3CA-BCD7-BBC0-C68A-E0CEC6E366AC}"/>
              </a:ext>
            </a:extLst>
          </p:cNvPr>
          <p:cNvCxnSpPr>
            <a:cxnSpLocks/>
          </p:cNvCxnSpPr>
          <p:nvPr/>
        </p:nvCxnSpPr>
        <p:spPr>
          <a:xfrm flipH="1">
            <a:off x="1165123" y="1474838"/>
            <a:ext cx="993058" cy="186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79916E0-E3BF-75A4-BEF2-AC325D01EB2B}"/>
              </a:ext>
            </a:extLst>
          </p:cNvPr>
          <p:cNvSpPr txBox="1"/>
          <p:nvPr/>
        </p:nvSpPr>
        <p:spPr>
          <a:xfrm>
            <a:off x="2158181" y="1260467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Molothrus</a:t>
            </a:r>
            <a:r>
              <a:rPr lang="en-US" sz="1400" i="1" dirty="0"/>
              <a:t> </a:t>
            </a:r>
            <a:r>
              <a:rPr lang="en-US" sz="1400" i="1" dirty="0" err="1"/>
              <a:t>ater</a:t>
            </a:r>
            <a:endParaRPr lang="en-US" sz="1400" i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D341F7-A538-869E-D23C-1DD84BA42CC9}"/>
              </a:ext>
            </a:extLst>
          </p:cNvPr>
          <p:cNvCxnSpPr>
            <a:cxnSpLocks/>
          </p:cNvCxnSpPr>
          <p:nvPr/>
        </p:nvCxnSpPr>
        <p:spPr>
          <a:xfrm flipH="1">
            <a:off x="1224117" y="2305664"/>
            <a:ext cx="993058" cy="186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481EDCB-2979-8319-D26A-7855C5347002}"/>
              </a:ext>
            </a:extLst>
          </p:cNvPr>
          <p:cNvSpPr txBox="1"/>
          <p:nvPr/>
        </p:nvSpPr>
        <p:spPr>
          <a:xfrm>
            <a:off x="2217175" y="2051963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Strix varia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14B7198-0164-9EA9-38FD-40933DAC303D}"/>
              </a:ext>
            </a:extLst>
          </p:cNvPr>
          <p:cNvCxnSpPr>
            <a:cxnSpLocks/>
          </p:cNvCxnSpPr>
          <p:nvPr/>
        </p:nvCxnSpPr>
        <p:spPr>
          <a:xfrm flipH="1">
            <a:off x="1317523" y="2910347"/>
            <a:ext cx="993058" cy="186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4551DD1-D6C8-5593-AA21-EE96C6F87F80}"/>
              </a:ext>
            </a:extLst>
          </p:cNvPr>
          <p:cNvSpPr txBox="1"/>
          <p:nvPr/>
        </p:nvSpPr>
        <p:spPr>
          <a:xfrm>
            <a:off x="2357801" y="2674822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Cyanocitta </a:t>
            </a:r>
            <a:r>
              <a:rPr lang="en-US" sz="1400" i="1" dirty="0" err="1"/>
              <a:t>stelleri</a:t>
            </a:r>
            <a:endParaRPr lang="en-US" sz="1400" i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6D59132-8B03-A4C1-5B90-0F21C9AC5DED}"/>
              </a:ext>
            </a:extLst>
          </p:cNvPr>
          <p:cNvCxnSpPr>
            <a:cxnSpLocks/>
          </p:cNvCxnSpPr>
          <p:nvPr/>
        </p:nvCxnSpPr>
        <p:spPr>
          <a:xfrm flipH="1">
            <a:off x="1374576" y="3460954"/>
            <a:ext cx="993058" cy="186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5809EEB-360E-94EE-1715-941D868EC937}"/>
              </a:ext>
            </a:extLst>
          </p:cNvPr>
          <p:cNvSpPr txBox="1"/>
          <p:nvPr/>
        </p:nvSpPr>
        <p:spPr>
          <a:xfrm>
            <a:off x="2357801" y="3236749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Pipilo maculatus</a:t>
            </a:r>
          </a:p>
        </p:txBody>
      </p:sp>
    </p:spTree>
    <p:extLst>
      <p:ext uri="{BB962C8B-B14F-4D97-AF65-F5344CB8AC3E}">
        <p14:creationId xmlns:p14="http://schemas.microsoft.com/office/powerpoint/2010/main" val="1052501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D0561E-2A68-09C6-EAD3-D73ABD92D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66" y="0"/>
            <a:ext cx="11776668" cy="685315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BB7F34-967D-7BDC-F74A-1B4634355429}"/>
              </a:ext>
            </a:extLst>
          </p:cNvPr>
          <p:cNvCxnSpPr>
            <a:cxnSpLocks/>
          </p:cNvCxnSpPr>
          <p:nvPr/>
        </p:nvCxnSpPr>
        <p:spPr>
          <a:xfrm flipH="1">
            <a:off x="1091381" y="737419"/>
            <a:ext cx="993058" cy="186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178486A-5A3A-06BC-FA9E-F0678E8A611A}"/>
              </a:ext>
            </a:extLst>
          </p:cNvPr>
          <p:cNvSpPr txBox="1"/>
          <p:nvPr/>
        </p:nvSpPr>
        <p:spPr>
          <a:xfrm>
            <a:off x="2084439" y="523048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Calypte anna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0588BB-8EEA-50C7-B5F5-21231809D509}"/>
              </a:ext>
            </a:extLst>
          </p:cNvPr>
          <p:cNvCxnSpPr>
            <a:cxnSpLocks/>
          </p:cNvCxnSpPr>
          <p:nvPr/>
        </p:nvCxnSpPr>
        <p:spPr>
          <a:xfrm flipH="1">
            <a:off x="1160207" y="2743199"/>
            <a:ext cx="993058" cy="186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6F4F172-F885-6E08-9AF2-8A335489DCFA}"/>
              </a:ext>
            </a:extLst>
          </p:cNvPr>
          <p:cNvSpPr txBox="1"/>
          <p:nvPr/>
        </p:nvSpPr>
        <p:spPr>
          <a:xfrm>
            <a:off x="2153265" y="2528828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Tyto alba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58BEF5-D888-88E6-AF64-9EC09AFDDABC}"/>
              </a:ext>
            </a:extLst>
          </p:cNvPr>
          <p:cNvCxnSpPr>
            <a:cxnSpLocks/>
          </p:cNvCxnSpPr>
          <p:nvPr/>
        </p:nvCxnSpPr>
        <p:spPr>
          <a:xfrm flipH="1">
            <a:off x="1160207" y="3453060"/>
            <a:ext cx="993058" cy="186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CFD89E7-2A3B-0200-ADD9-5319289D6877}"/>
              </a:ext>
            </a:extLst>
          </p:cNvPr>
          <p:cNvSpPr txBox="1"/>
          <p:nvPr/>
        </p:nvSpPr>
        <p:spPr>
          <a:xfrm>
            <a:off x="2153265" y="3205764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Haemorhous</a:t>
            </a:r>
            <a:r>
              <a:rPr lang="en-US" sz="1400" i="1" dirty="0"/>
              <a:t> mexicanus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069C6C-9F96-8F99-F3D5-33EB4DBF4C99}"/>
              </a:ext>
            </a:extLst>
          </p:cNvPr>
          <p:cNvCxnSpPr>
            <a:cxnSpLocks/>
          </p:cNvCxnSpPr>
          <p:nvPr/>
        </p:nvCxnSpPr>
        <p:spPr>
          <a:xfrm flipH="1">
            <a:off x="1160207" y="3639873"/>
            <a:ext cx="993058" cy="186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A349FDF-9F8C-0013-36A1-2452E30DB0D4}"/>
              </a:ext>
            </a:extLst>
          </p:cNvPr>
          <p:cNvSpPr txBox="1"/>
          <p:nvPr/>
        </p:nvSpPr>
        <p:spPr>
          <a:xfrm>
            <a:off x="2153265" y="3425502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Buteo jamaicensis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415774-EEB3-FD13-A65A-4B0727454FD2}"/>
              </a:ext>
            </a:extLst>
          </p:cNvPr>
          <p:cNvCxnSpPr>
            <a:cxnSpLocks/>
          </p:cNvCxnSpPr>
          <p:nvPr/>
        </p:nvCxnSpPr>
        <p:spPr>
          <a:xfrm flipH="1">
            <a:off x="1233949" y="3859611"/>
            <a:ext cx="997974" cy="60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BF1D88-8FD4-D87A-A6CE-4ADA0D294BF8}"/>
              </a:ext>
            </a:extLst>
          </p:cNvPr>
          <p:cNvSpPr txBox="1"/>
          <p:nvPr/>
        </p:nvSpPr>
        <p:spPr>
          <a:xfrm>
            <a:off x="2231923" y="3705722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Callipepla californica</a:t>
            </a:r>
          </a:p>
        </p:txBody>
      </p:sp>
    </p:spTree>
    <p:extLst>
      <p:ext uri="{BB962C8B-B14F-4D97-AF65-F5344CB8AC3E}">
        <p14:creationId xmlns:p14="http://schemas.microsoft.com/office/powerpoint/2010/main" val="3201350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20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 Rutledge</dc:creator>
  <cp:lastModifiedBy>Samantha Rutledge</cp:lastModifiedBy>
  <cp:revision>1</cp:revision>
  <dcterms:created xsi:type="dcterms:W3CDTF">2026-08-05T15:08:06Z</dcterms:created>
  <dcterms:modified xsi:type="dcterms:W3CDTF">2026-08-05T15:18:22Z</dcterms:modified>
</cp:coreProperties>
</file>